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MATHEMATICS PYTHON COURSE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Coding Tool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   •   Virtual Lecture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72600" y="2148840"/>
            <a:ext cx="1554480" cy="15544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ic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0" y="25374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Homework &amp; Set the Stage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and debugging patterns from Lesson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" y="21214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26314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240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PRs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25880" y="2624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 few well-written commits and the common mistakes to watch for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" y="335584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49758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474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Wins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2588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errors did students hit — and how were they solved?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5216" y="459028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73202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09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325880" y="5093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matters in this workflow. Preview the Plan / Code / Review loop.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mic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Terminology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agentic coding, skills, and Claude Code in VS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AI TERMINOLOGY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8249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GPT-4, Gemini, Copilot differ in speed, cost, and reasoning depth. Capability isn't one-dimensional.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7121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takes actions — writes, runs, and debugs code — not just answering questions.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599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sets that shape how AI behaves across a project. Consistency by default.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24865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in VS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built into your editor. Prompt, read, and iterate without context-switching.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AI TERMINOLOGY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model like Claude and an agentic coding tool?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for an AI to be “agentic” rather than just answering questions?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skill, and how does it shape the way an AI behaves across a project?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you pick one model over another for a given coding task?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vs Bad Prompting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vague and effective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BAD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me some finance code”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514600"/>
          </a:xfrm>
          <a:prstGeom prst="roundRect">
            <a:avLst>
              <a:gd name="adj" fmla="val 2182"/>
            </a:avLst>
          </a:prstGeom>
          <a:solidFill>
            <a:srgbClr val="FBEEEE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8516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_x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655" y="194721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2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fails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context: 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actually solving?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3090672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constraints: 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inputs, edge cases, or output format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3529584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scope: 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long? What interface? One function or a whole module?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forced to guess — and the output shows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GOOD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Specific, scoped, and clear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25835" y="681228"/>
            <a:ext cx="502920" cy="502920"/>
          </a:xfrm>
          <a:prstGeom prst="ellipse">
            <a:avLst/>
          </a:prstGeom>
          <a:solidFill>
            <a:srgbClr val="E4F0E4"/>
          </a:solidFill>
          <a:ln/>
        </p:spPr>
      </p:sp>
      <p:pic>
        <p:nvPicPr>
          <p:cNvPr id="5" name="Image 0" descr="ic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6419" y="781812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682"/>
            </a:avLst>
          </a:prstGeom>
          <a:solidFill>
            <a:srgbClr val="1B1E2B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847088"/>
            <a:ext cx="155448" cy="15544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" y="1847088"/>
            <a:ext cx="155448" cy="15544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53896" y="1847088"/>
            <a:ext cx="155448" cy="1554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331720"/>
            <a:ext cx="101800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Python function bond_price(par, coupon_rate, years, ytm):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par           face value (default 1000)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coupon_rate   annual coupon as a decimal (0.05 = 5%)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years         time to maturity, in whole years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ytm           yield to maturity, as a decimal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Assume semi-annual coupon payments.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the present value, rounded to 2 decimals.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 a docstring with a worked example.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GOOD PROMPTING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Principles of a Strong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81912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007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0" y="17007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you want built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" y="242316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5420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32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2542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space and any assumptions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3504" y="3264408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38328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741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57600" y="3383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thing at a time, not everything at once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03504" y="4105656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2245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215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657600" y="42245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output shape — function signature, JSON, table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03504" y="4946904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4" descr="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506577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056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657600" y="50657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or two samples of expected input and output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PROMPTING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prompt effective when you're asking AI to write code?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you'd turn a vague request into a well-scoped prompt.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context and constraints matter so much in a prompt?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decide when to break a big request into smaller prompts?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POINT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09590" y="182880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490" y="21717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Break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grab a coffee, and reset — we'll pick up with the Plan / Code / Review framework.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~10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list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/ Code / Review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workflow for AI-assisted coding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→ Code →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this loop in every lesson from here 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223113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2322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3108960"/>
            <a:ext cx="2980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you want clearly before asking AI to write anything — inputs, outputs, and edge cases.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30904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12768" y="20116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7944" y="223113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794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2888" y="2322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5376" y="3108960"/>
            <a:ext cx="2980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generate, but stay in the driver's seat. Iterate and steer instead of accepting the first draft.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95031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76895" y="20116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2071" y="223113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342071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37015" y="23225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9503" y="3108960"/>
            <a:ext cx="29809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unread code. Read it, run it, and question it — especially the edge cases.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PLAN / CODE /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workflow when using AI to write code.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review step so critical when working with AI-generated code?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stay in the driver's seat instead of just accepting what AI produces?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if you skip the planning step?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Skills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sets for consistency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Patterns That Stick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reusable instruction set — guidelines that shape how AI behaves across an entire project, so you don't re-explain yourself every prompt.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2826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00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explain your code with inline comments”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84962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6732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“Follow PEP 8 style for all Python code”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4165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3425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“Bond-pricing code must handle coupon frequency”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287975" cy="4114800"/>
          </a:xfrm>
          <a:prstGeom prst="roundRect">
            <a:avLst>
              <a:gd name="adj" fmla="val 1778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764792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Skills Matter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23774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0" descr="ic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5146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0" y="246888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0" y="276148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behaves predictably across the codebase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29400" y="316382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1" descr="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30098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3255264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15200" y="3547872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re-explain context every prompt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29400" y="395020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2" descr="ic_ro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08736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0" y="4041648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315200" y="4334256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once — it applies everywhere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29400" y="47365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ic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87375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0" y="4828032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315200" y="5120640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code follows the same rules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MAKING SKILLS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skill, and when is it worth creating one?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skills keep AI behavior consistent across a project or a team?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 skill you might create for a finance codebase.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skill different from just writing one good, detailed prompt?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for Interview Prep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AI into your mock interviewer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→ Explain → Critique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a skeptical partner, not a cheat sheet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5856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8880" y="22585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“Quiz me on yield to maturity.”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0" y="2258568"/>
            <a:ext cx="3139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poses a focused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4930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349300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answer out loud, in plain English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3493008"/>
            <a:ext cx="3139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real thinking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727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68880" y="472744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did I miss? Rate my answer.”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4727448"/>
            <a:ext cx="3139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names gaps and errors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Plan / Code /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128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this framework every lesson from here on. Make it a habit, not a one-off.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31089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2689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00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Use the Framework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5844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to write a simple FinMath script, then review and annotate every line.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" y="44805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6405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3: Python Fundamentals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9560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syntax, data types, and patterns — now with AI in your pocket.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Material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into whichever of these is useful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305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demo — Claude vs ChatGPT vs Gemini vs Copilot on one FinMath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862072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4378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skill-building workshop: create a reusable skill together as a class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575304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5701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prompting anti-patterns — the common mistakes that waste the most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288536"/>
            <a:ext cx="310896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702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 on using AI in technical interviews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2026-07-22T23:49:19Z</dcterms:created>
  <dcterms:modified xsi:type="dcterms:W3CDTF">2026-07-22T23:49:19Z</dcterms:modified>
</cp:coreProperties>
</file>