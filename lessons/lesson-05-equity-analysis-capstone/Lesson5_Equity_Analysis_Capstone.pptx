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A: O(n) single pass. B: O(1) constant index access. C: O(n^2) nested loops over the same data. D: O(log n) binary search halving the range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image" Target="../media/image-21-1.png"/><Relationship Id="rId6" Type="http://schemas.openxmlformats.org/officeDocument/2006/relationships/image" Target="../media/image-2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1.png"/><Relationship Id="rId4" Type="http://schemas.openxmlformats.org/officeDocument/2006/relationships/image" Target="../media/image-28-1.png"/><Relationship Id="rId5" Type="http://schemas.openxmlformats.org/officeDocument/2006/relationships/image" Target="../media/image-28-1.png"/><Relationship Id="rId6" Type="http://schemas.openxmlformats.org/officeDocument/2006/relationships/image" Target="../media/image-2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MATHEMATICS PYTHON COURSE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Equity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Culminating Session   •   Foundations Practice + Live Capstone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55480" y="4297680"/>
            <a:ext cx="1554480" cy="15544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ic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46863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Halves, One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fundamentals, then work like a real quant team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579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03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half — CS foundations, with practice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487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O, common algorithms, and Python patterns you'll be asked about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246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39242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37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half — a live quant capstone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721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solve a real equity-analysis brief, end to end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4805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6268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5720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references live on GitHub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956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docs to keep working through at your own pace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 Notation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talk about the cost of code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BIG 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You Must Know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runtime grows as the data gets bigger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29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2029968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lookup — data[key]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712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Logarithmic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2871216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on sorted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3694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0" y="3712464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pass over a list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553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Linearithmic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4553712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sorting — merge, quicksort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193792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394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5376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03520" y="5394960"/>
            <a:ext cx="615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over the same data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BIG 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Complexity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each one out as a class before revealing the answer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4328" cy="1371600"/>
          </a:xfrm>
          <a:prstGeom prst="roundRect">
            <a:avLst>
              <a:gd name="adj" fmla="val 2667"/>
            </a:avLst>
          </a:prstGeom>
          <a:solidFill>
            <a:srgbClr val="1B1E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9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426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items: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364328" cy="1371600"/>
          </a:xfrm>
          <a:prstGeom prst="roundRect">
            <a:avLst>
              <a:gd name="adj" fmla="val 2667"/>
            </a:avLst>
          </a:prstGeom>
          <a:solidFill>
            <a:srgbClr val="1B1E2B"/>
          </a:solidFill>
          <a:ln/>
        </p:spPr>
      </p:sp>
      <p:sp>
        <p:nvSpPr>
          <p:cNvPr id="9" name="Text 7"/>
          <p:cNvSpPr/>
          <p:nvPr/>
        </p:nvSpPr>
        <p:spPr>
          <a:xfrm>
            <a:off x="6534760" y="2249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7408" y="2286000"/>
            <a:ext cx="426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items[0]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364328" cy="1371600"/>
          </a:xfrm>
          <a:prstGeom prst="roundRect">
            <a:avLst>
              <a:gd name="adj" fmla="val 2667"/>
            </a:avLst>
          </a:prstGeom>
          <a:solidFill>
            <a:srgbClr val="1B1E2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803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840480"/>
            <a:ext cx="426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items: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items: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compare(i, j)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3657600"/>
            <a:ext cx="5364328" cy="1371600"/>
          </a:xfrm>
          <a:prstGeom prst="roundRect">
            <a:avLst>
              <a:gd name="adj" fmla="val 2667"/>
            </a:avLst>
          </a:prstGeom>
          <a:solidFill>
            <a:srgbClr val="1B1E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34760" y="38039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47408" y="3840480"/>
            <a:ext cx="4267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lo &lt;= hi: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 = (lo+hi)//2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 O of each? Discuss, then reveal.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Algorithms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handful worth recognizing on sight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These Four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memorize — to recognize and reason about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2951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505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6829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 sorted data in O(log n) by halving the range each step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205740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6472" y="22951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24505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4568" y="236829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98768" y="29718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is O(n log n) — know the cost before you lean on it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6384" y="38953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ic_rot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5079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96849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8680" y="4572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calls itself: a base case plus a step toward it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78728" y="3657600"/>
            <a:ext cx="5364328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6472" y="38953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ic_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05079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84568" y="396849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&amp; Dicts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98768" y="4572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O(1) lookups — the reason dicts show up everywhere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It 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 first — then check your thinking with Claude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binary search O(log n) — and what must be true of the data first?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is O(n log n). When does that cost actually start to matter?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base case and the recursive step for factorial(n).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dict lookup O(1) but scanning a list is O(n)?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Keywords &amp; Patterns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idioms that show up in every codebase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Patterns to Recognize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13716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3911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 * x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throwaway function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64328" cy="13716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03911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53048" y="2404872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[x*x for x in nums]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53048" y="289864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list in one readable 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64328" cy="13716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59359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959352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(x*x for x in nums)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45312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— one value at a time, memory-light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3429000"/>
            <a:ext cx="5364328" cy="13716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3048" y="3593592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3048" y="3959352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run(): ...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53048" y="445312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function to add behavior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Pythonic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one — then compare with what Claude suggests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for-loop that squares numbers into a list comprehension.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lambda for the % change between two prices.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a generator beat a list for reading a huge file?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decorator let you add without touching the function body?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CS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Rapid-fire across the foundations — say it out loud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Big O actually measure?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an O(n²) operation.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binary search achieve O(log n)?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list comprehension and a generator?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72" y="4961352"/>
            <a:ext cx="227137" cy="2271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use a lambda?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78728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89040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_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359" y="4961352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93128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dictionary lookups so fast?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POINT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09590" y="182880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490" y="21717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Break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43434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done. After the break we switch gears and work a real analysis brief like a quant team.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~10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 Brief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like a real quant team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651760"/>
          </a:xfrm>
          <a:prstGeom prst="roundRect">
            <a:avLst>
              <a:gd name="adj" fmla="val 137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20240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MANAGER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“You've just joined a quantitative research team. I need a quick analysis of how a major equity index has performed over the past year — the trend, any notable volatility, and a clean chart I can drop into a presentation. You've got two hours. Go.”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briefs are vague on purpose. Before we code: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3515258" cy="731520"/>
          </a:xfrm>
          <a:prstGeom prst="roundRect">
            <a:avLst>
              <a:gd name="adj" fmla="val 75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8920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need?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38218" y="4892040"/>
            <a:ext cx="3515258" cy="731520"/>
          </a:xfrm>
          <a:prstGeom prst="roundRect">
            <a:avLst>
              <a:gd name="adj" fmla="val 75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6818" y="48920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we get it?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27797" y="4892040"/>
            <a:ext cx="3515258" cy="731520"/>
          </a:xfrm>
          <a:prstGeom prst="roundRect">
            <a:avLst>
              <a:gd name="adj" fmla="val 75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6397" y="48920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“clean chart” mean?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PLAN  (10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It Before You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shapes the plan — the instructor writes it down live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579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03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source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487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index? Yahoo Finance, a public page, or an API?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246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cal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39242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37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721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returns, a rolling average, volatility over a window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4805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chartc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6268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5720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956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clean, labeled chart — presentation-ready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48640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FFF7E8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4380" y="56464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ic_inf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" y="5752033"/>
            <a:ext cx="291694" cy="29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53212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is the skill:  </a:t>
            </a:r>
            <a:pPr indent="0" marL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vague ask into a concrete, buildable plan is exactly the job.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CODE  (40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the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0" y="1938528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with BeautifulSoup or pull from an 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852928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2779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clean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779776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DataFrame — handle missing values, fix types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94176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3621024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rolling average, and volatility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52544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53542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4462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4462272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matplotlib chart that answers the brief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often: “What does this line do?”  ·  “What could go wrong?”  ·  “How would you explain it to your manager?”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PLAN / CODE /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Script,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3977640"/>
          </a:xfrm>
          <a:prstGeom prst="roundRect">
            <a:avLst>
              <a:gd name="adj" fmla="val 690"/>
            </a:avLst>
          </a:prstGeom>
          <a:solidFill>
            <a:srgbClr val="1B1E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76479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76479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21992"/>
            <a:ext cx="1027145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matplotlib.pyplot as plt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pd.read_csv("index_prices.csv", parse_dates=["date"])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df.dropna().sort_values("date")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df["return"]     = df["close"].pct_change()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df["roll_avg"]   = df["close"].rolling(20).mean()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df["volatility"] = df["return"].rolling(20).std()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df.plot(x="date", y=["close", "roll_avg"])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plt.title("Index — 1-Year Performance")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Claude step by step — read and review every line before you run it.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REVIEW  (15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Answer the Brief?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_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5798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103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all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487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notable volatility, and a clean chart — did we hit each one?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" y="3291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_ro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43814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832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AI help vs need fixing?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7673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what you corrected — that judgment is the point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" y="457200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7183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663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your masters workflow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50474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loop, higher stakes — and you've now run it end to end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Interview Closer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today — and the whole course — into words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TODAY + THE FULL COURSE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plays the interviewer — then the class critiques each answer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what your script does.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rolling average to a non-technical stakeholder.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check if the analysis looked wrong?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decide which data source to use?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72" y="4961352"/>
            <a:ext cx="227137" cy="2271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use plan / code / review in practice?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78728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89040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_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359" y="4961352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93128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list and a NumPy array?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Strong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and honesty beat memorized detail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579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03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structure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487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what you did → why → the result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291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4381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832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Claude for structured feedback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7673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it rate your answer on clarity, correctness, and completeness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57200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71830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663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= clear and honest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0474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reasoning; saying “here's what I'd check next” is a good answer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Full Toolkit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built across five lessons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54298" cy="169164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2889" y="21717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39" y="234315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44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collaboration, self-review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2011680"/>
            <a:ext cx="3454298" cy="169164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52948" y="21717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398" y="234315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1578" y="2944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+ Claude Code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97298" y="32918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development environment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88757" y="2011680"/>
            <a:ext cx="3454298" cy="169164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573006" y="21717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ic_list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456" y="234315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1637" y="29443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/ Code / Review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7357" y="32918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workflow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454298" cy="169164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932889" y="40005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ic_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339" y="417195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7731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BeautifulSoup &amp; Pandas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77240" y="51206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and working with data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68698" y="3840480"/>
            <a:ext cx="3454298" cy="169164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752948" y="40005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4" descr="ic_cal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398" y="4171950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1578" y="47731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97298" y="51206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under Pandas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88757" y="3840480"/>
            <a:ext cx="3454298" cy="1691640"/>
          </a:xfrm>
          <a:prstGeom prst="roundRect">
            <a:avLst>
              <a:gd name="adj" fmla="val 324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573006" y="40005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5" descr="ic_bu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456" y="4171950"/>
            <a:ext cx="342900" cy="342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71637" y="4773168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417357" y="51206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errors, breakpoints, inspection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Building Independently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_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5798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103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Claude as a mock interviewer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487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reps keep your explanations sharp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" y="32918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_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43814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832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GitHub repo of practice scripts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7673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that grows with you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" y="457200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7183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663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the self-review materials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50474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O, algorithms, and patterns — before your masters begins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60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WORD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55310" y="1691640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350" y="20116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1546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1737360" y="416052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expected to memorize everything — you're expected to know how to find answers, read code, and use your tools with confidence.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SELF-REVIEW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 Quick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 — it's on the class GitHub too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29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2029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— same time regardless of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2029968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/ set lookup, list index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712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8712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problem each step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871216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124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3712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the data, one pass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3712464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Loop, sum, max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553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14600" y="4553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for efficient sorting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4553712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sorted(), merge sort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93792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394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14600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against every item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539496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loops, naive dedupe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SELF-REVIEW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Patterns Cheat Sheet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idioms interviewers love to ask about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9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key=lambda r: r.price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249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3048" y="2606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[f(x) for x in xs if ok(x)]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392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comprehension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{k: v for k, v in pairs}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3246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3392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3048" y="3749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(line for line in file)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535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@lru_cache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f(n): ...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4389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3048" y="4535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Unpacking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3048" y="4892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*rest = values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FULL-COURSE BANK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from each corner of the course — practice with Claude as interviewer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git merge and git rebase?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write a well-scoped prompt for AI?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mutable vs immutable in Python?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missing data in Pandas?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72" y="4961352"/>
            <a:ext cx="227137" cy="2271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vectorization, and why is it fast?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78728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89040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_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359" y="4961352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93128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scope a vague analysis brief?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OPTIONAL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homework — the course is complete. But if you want to keep going: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19456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7627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GitHub self-review materials at your own pace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2608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0779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today's analysis on a different index or time period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3931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mock interview with Claude covering all five lessons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38912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7083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for structured written feedback on your answers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12064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1023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pushing practice scripts to your GitHub repo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2026-07-30T01:24:58Z</dcterms:created>
  <dcterms:modified xsi:type="dcterms:W3CDTF">2026-07-30T01:24:58Z</dcterms:modified>
</cp:coreProperties>
</file>